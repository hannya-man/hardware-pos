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1E2F47"/>
          </a:solidFill>
          <a:ln/>
        </p:spPr>
      </p:sp>
      <p:pic>
        <p:nvPicPr>
          <p:cNvPr id="3" name="Image 0" descr="/home/claude/pos-meeting/icons/pack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388" y="10287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UPDATE MEETING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2395728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Caidic Hardware POS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188720" y="3456432"/>
            <a:ext cx="98142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checkout and inventory system, built for your store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Date]   ·   Prepared for Eleazer Caidic &amp; Toni Caidic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AGENDA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rgbClr val="EAF1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89888" y="2039112"/>
            <a:ext cx="4279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EAF1F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89888" y="3182112"/>
            <a:ext cx="4279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ready today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548640" cy="548640"/>
          </a:xfrm>
          <a:prstGeom prst="ellipse">
            <a:avLst/>
          </a:prstGeom>
          <a:solidFill>
            <a:srgbClr val="EAF1F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389888" y="4325112"/>
            <a:ext cx="4279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protects your business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0" y="2057400"/>
            <a:ext cx="548640" cy="548640"/>
          </a:xfrm>
          <a:prstGeom prst="ellipse">
            <a:avLst/>
          </a:prstGeom>
          <a:solidFill>
            <a:srgbClr val="EAF1F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150608" y="2039112"/>
            <a:ext cx="4279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 run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0" y="3200400"/>
            <a:ext cx="548640" cy="548640"/>
          </a:xfrm>
          <a:prstGeom prst="ellipse">
            <a:avLst/>
          </a:prstGeom>
          <a:solidFill>
            <a:srgbClr val="EAF1F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150608" y="3182112"/>
            <a:ext cx="4279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left to finish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0" y="4343400"/>
            <a:ext cx="548640" cy="548640"/>
          </a:xfrm>
          <a:prstGeom prst="ellipse">
            <a:avLst/>
          </a:prstGeom>
          <a:solidFill>
            <a:srgbClr val="EAF1F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150608" y="4325112"/>
            <a:ext cx="4279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CAIDIC HARDWARE POS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Problems We’re Solving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331720"/>
            <a:ext cx="777240" cy="77724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5" name="Image 0" descr="/home/claude/pos-meeting/icons/cloc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253380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33756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Counting Takes Time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60120" y="425196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stock by hand is slow, and it’s easy to miscount.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34840" y="196596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2331720"/>
            <a:ext cx="777240" cy="77724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0" name="Image 1" descr="/home/claude/pos-meeting/icons/wifioff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962" y="253380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333756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 Isn’t Always Reliable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754880" y="425196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connection should never be able to stop a sale.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0" y="196596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49640" y="2331720"/>
            <a:ext cx="777240" cy="77724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5" name="Image 2" descr="/home/claude/pos-meeting/icons/dolla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1722" y="253380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333756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Shouldn’t Cost Every Month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549640" y="425196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checkout systems charge an ongoing fee. This one is built to avoid that.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CAIDIC HARDWARE POS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Ready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pieces are built and working right now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777240" cy="77724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6" name="Image 0" descr="/home/claude/pos-meeting/icons/car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5338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305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 Screen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624328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Cashiers ring up sales fast — by search or barcode scan.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331720"/>
            <a:ext cx="777240" cy="77724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1" name="Image 1" descr="/home/claude/pos-meeting/icons/packag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482" y="25338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1305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Tracking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89520" y="2624328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 update the moment something sells.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43400"/>
            <a:ext cx="777240" cy="77724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6" name="Image 2" descr="/home/claude/pos-meeting/icons/users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45454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14223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Accounts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74520" y="4636008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cashier and owner has their own simple login.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8862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343400"/>
            <a:ext cx="777240" cy="77724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21" name="Image 3" descr="/home/claude/pos-meeting/icons/cloud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482" y="454548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14223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Backup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89520" y="4636008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saved safely and backed up on their own.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CAIDIC HARDWARE POS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Even Without Internet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connection drops, checkout keeps working.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 is saved on the device right away, then sent to the cloud automatically once the internet comes back. Nothing is ever lost — your cashiers never need to stop and wait for a signal.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309360" y="2057400"/>
            <a:ext cx="5257800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95160" y="2834640"/>
            <a:ext cx="1188720" cy="118872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6" name="Image 0" descr="/home/claude/pos-meeting/icons/wifioff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6114" y="3155594"/>
            <a:ext cx="546811" cy="54681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92640" y="2834640"/>
            <a:ext cx="1188720" cy="118872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8" name="Image 1" descr="/home/claude/pos-meeting/icons/check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594" y="3155594"/>
            <a:ext cx="546811" cy="546811"/>
          </a:xfrm>
          <a:prstGeom prst="rect">
            <a:avLst/>
          </a:prstGeom>
        </p:spPr>
      </p:pic>
      <p:pic>
        <p:nvPicPr>
          <p:cNvPr id="9" name="Image 2" descr="/home/claude/pos-meeting/icons/arrowrigh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0" y="324612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9224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drops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918972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still goes through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675120" y="48006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cashier never sees a difference on screen.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CAIDIC HARDWARE POS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Simple Staff Login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822960" cy="82296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4" name="Image 0" descr="/home/claude/pos-meeting/icons/key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217993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97180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tap their name, then enter a 4-digit code. No usernames or passwords to remember — switching cashiers takes seconds.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309360" y="1965960"/>
            <a:ext cx="2514600" cy="36118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37960" y="22402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Cashiers see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37960" y="283464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Checkout</a:t>
            </a:r>
            <a:endParaRPr lang="en-US" sz="13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Inventory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098280" y="1965960"/>
            <a:ext cx="2514600" cy="3611880"/>
          </a:xfrm>
          <a:prstGeom prst="roundRect">
            <a:avLst>
              <a:gd name="adj" fmla="val 4364"/>
            </a:avLst>
          </a:prstGeom>
          <a:solidFill>
            <a:srgbClr val="0F1B2E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326880" y="22402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 see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326880" y="283464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Checkout</a:t>
            </a:r>
            <a:endParaRPr lang="en-US" sz="13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Inventory</a:t>
            </a:r>
            <a:endParaRPr lang="en-US" sz="13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Staff Accounts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CAIDIC HARDWARE POS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Updates Itself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recounting shelves by hand just to know what’s left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75688"/>
            <a:ext cx="512064" cy="512064"/>
          </a:xfrm>
          <a:prstGeom prst="ellipse">
            <a:avLst/>
          </a:prstGeom>
          <a:solidFill>
            <a:srgbClr val="0F1B2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756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60120" y="2697480"/>
            <a:ext cx="731520" cy="73152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8" name="Image 0" descr="/home/claude/pos-meeting/icons/car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288767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6118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sale is made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60120" y="429768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cashier scans or selects an item at checkout.</a:t>
            </a:r>
            <a:endParaRPr lang="en-US" sz="1250" dirty="0"/>
          </a:p>
        </p:txBody>
      </p:sp>
      <p:pic>
        <p:nvPicPr>
          <p:cNvPr id="11" name="Image 1" descr="/home/claude/pos-meeting/icons/arrow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3813048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34840" y="23317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2075688"/>
            <a:ext cx="512064" cy="512064"/>
          </a:xfrm>
          <a:prstGeom prst="ellipse">
            <a:avLst/>
          </a:prstGeom>
          <a:solidFill>
            <a:srgbClr val="0F1B2E"/>
          </a:solidFill>
          <a:ln/>
        </p:spPr>
      </p:sp>
      <p:sp>
        <p:nvSpPr>
          <p:cNvPr id="14" name="Text 10"/>
          <p:cNvSpPr/>
          <p:nvPr/>
        </p:nvSpPr>
        <p:spPr>
          <a:xfrm>
            <a:off x="4754880" y="20756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4754880" y="2697480"/>
            <a:ext cx="731520" cy="73152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6" name="Image 2" descr="/home/claude/pos-meeting/icons/refresh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075" y="28876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36118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updates right away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754880" y="429768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on the shelf and the count in the system match — instantly.</a:t>
            </a:r>
            <a:endParaRPr lang="en-US" sz="1250" dirty="0"/>
          </a:p>
        </p:txBody>
      </p:sp>
      <p:pic>
        <p:nvPicPr>
          <p:cNvPr id="19" name="Image 3" descr="/home/claude/pos-meeting/icons/arrowrigh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3813048"/>
            <a:ext cx="329184" cy="32918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229600" y="23317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549640" y="2075688"/>
            <a:ext cx="512064" cy="512064"/>
          </a:xfrm>
          <a:prstGeom prst="ellipse">
            <a:avLst/>
          </a:prstGeom>
          <a:solidFill>
            <a:srgbClr val="0F1B2E"/>
          </a:solidFill>
          <a:ln/>
        </p:spPr>
      </p:sp>
      <p:sp>
        <p:nvSpPr>
          <p:cNvPr id="22" name="Text 16"/>
          <p:cNvSpPr/>
          <p:nvPr/>
        </p:nvSpPr>
        <p:spPr>
          <a:xfrm>
            <a:off x="8549640" y="20756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3" name="Shape 17"/>
          <p:cNvSpPr/>
          <p:nvPr/>
        </p:nvSpPr>
        <p:spPr>
          <a:xfrm>
            <a:off x="8549640" y="2697480"/>
            <a:ext cx="731520" cy="73152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24" name="Image 4" descr="/home/claude/pos-meeting/icons/bell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9835" y="2887675"/>
            <a:ext cx="351130" cy="35113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549640" y="36118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low-stock alert appears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8549640" y="429768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sees a warning before an item runs out completely.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CAIDIC HARDWARE POS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Accountability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2377440"/>
            <a:ext cx="868680" cy="86868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5" name="Image 0" descr="/home/claude/pos-meeting/icons/shiel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697" y="26032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4747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Cash Counts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05840" y="406908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a shift, the cashier counts the drawer before seeing what the system expects. This keeps every count honest.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5080" y="196596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20840" y="2377440"/>
            <a:ext cx="868680" cy="86868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0" name="Image 1" descr="/home/claude/pos-meeting/icons/filetex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97" y="260329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747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Permanent Record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720840" y="406908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important action — a cancelled sale, a stock change — is logged. That record can never be edited or deleted, even by an owner.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CAIDIC HARDWARE POS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777240"/>
            <a:ext cx="822960" cy="822960"/>
          </a:xfrm>
          <a:prstGeom prst="ellipse">
            <a:avLst/>
          </a:prstGeom>
          <a:solidFill>
            <a:srgbClr val="1E2F47"/>
          </a:solidFill>
          <a:ln/>
        </p:spPr>
      </p:sp>
      <p:pic>
        <p:nvPicPr>
          <p:cNvPr id="3" name="Image 0" descr="/home/claude/pos-meeting/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8337" y="99121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783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 RUN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1371600" y="379476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and the database both cost nothing at your store’s current size.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45920" y="4343400"/>
            <a:ext cx="8899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business grows a lot down the road, a small fee may apply later — but not now.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Left to Finish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267712"/>
            <a:ext cx="676656" cy="676656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5" name="Image 0" descr="/home/claude/pos-meeting/icons/printer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097" y="2450409"/>
            <a:ext cx="311262" cy="311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22311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Printing paper receipts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28800" y="263347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till to a physical receipt printer.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3502152"/>
            <a:ext cx="676656" cy="676656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0" name="Image 1" descr="/home/claude/pos-meeting/icons/barchar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097" y="3684849"/>
            <a:ext cx="311262" cy="3112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4655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reports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828800" y="386791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items and daily totals, in one screen.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5720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E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4736592"/>
            <a:ext cx="676656" cy="676656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5" name="Image 2" descr="/home/claude/pos-meeting/icons/databas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97" y="4919289"/>
            <a:ext cx="311262" cy="3112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47000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to live data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828800" y="510235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the checkout screen from sample data to your real one.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CAIDIC HARDWARE POS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685800"/>
            <a:ext cx="914400" cy="914400"/>
          </a:xfrm>
          <a:prstGeom prst="ellipse">
            <a:avLst/>
          </a:prstGeom>
          <a:solidFill>
            <a:srgbClr val="1E2F47"/>
          </a:solidFill>
          <a:ln/>
        </p:spPr>
      </p:sp>
      <p:pic>
        <p:nvPicPr>
          <p:cNvPr id="3" name="Image 0" descr="/home/claude/pos-meeting/icons/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248" y="9144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0" y="2514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935328" y="324612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1E2F47"/>
          </a:solidFill>
          <a:ln/>
        </p:spPr>
      </p:sp>
      <p:sp>
        <p:nvSpPr>
          <p:cNvPr id="7" name="Shape 4"/>
          <p:cNvSpPr/>
          <p:nvPr/>
        </p:nvSpPr>
        <p:spPr>
          <a:xfrm>
            <a:off x="2163928" y="3465576"/>
            <a:ext cx="512064" cy="51206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5"/>
          <p:cNvSpPr/>
          <p:nvPr/>
        </p:nvSpPr>
        <p:spPr>
          <a:xfrm>
            <a:off x="2163928" y="34655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804008" y="324612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today’s decisions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24448" y="324612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1E2F47"/>
          </a:solidFill>
          <a:ln/>
        </p:spPr>
      </p:sp>
      <p:sp>
        <p:nvSpPr>
          <p:cNvPr id="11" name="Shape 8"/>
          <p:cNvSpPr/>
          <p:nvPr/>
        </p:nvSpPr>
        <p:spPr>
          <a:xfrm>
            <a:off x="6553048" y="3465576"/>
            <a:ext cx="512064" cy="51206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2" name="Text 9"/>
          <p:cNvSpPr/>
          <p:nvPr/>
        </p:nvSpPr>
        <p:spPr>
          <a:xfrm>
            <a:off x="6553048" y="34655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193128" y="324612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next meeting date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0" y="489204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Date]   ·   Caidic Hardware POS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2026-08-21T05:58:27Z</dcterms:created>
  <dcterms:modified xsi:type="dcterms:W3CDTF">2026-08-21T05:58:27Z</dcterms:modified>
</cp:coreProperties>
</file>